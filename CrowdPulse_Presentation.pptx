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000">
                <a:solidFill>
                  <a:srgbClr val="ED1C24"/>
                </a:solidFill>
              </a:defRPr>
            </a:pPr>
            <a:r>
              <a:t>CROWDPULSE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AI-Powered Crowd Safety Intelligence</a:t>
            </a:r>
          </a:p>
          <a:p>
            <a:r>
              <a:t>Domain: AI for Smart Cities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D1C24"/>
                </a:solidFill>
              </a:defRPr>
            </a:pPr>
            <a:r>
              <a:t>The Problem: Urban Density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Crowd crushes are preventable but deadly disasters (e.g., Itaewon 2022).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Current monitoring relies on manual observation or post-event analysis.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Lack of real-time data on 'Crowd Pressure' and 'Flow Dynamics'.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Delayed response times during critical density surges.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Infrastructure (stadiums, stations) often lacks digital safety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D1C24"/>
                </a:solidFill>
              </a:defRPr>
            </a:pPr>
            <a:r>
              <a:t>The Solution: CrowdPulse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 real-time AI surveillance layer for public safety.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Instantly detects dangerous density, pressure surges, and flow stagnation.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Transforms standard CCTV feeds into actionable safety metrics.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Automated 'Evacuation Mode' alerts and PA announcements.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Privacy-preserving analysis (hashed Wi-Fi probes, no facial recognition).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D1C24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📊 Real-time Density &amp; Pressure Index: Quantifies physical compression risk.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🚨 Stampede Risk Gauge: Predictive scoring (Safe → Critical).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📡 Wi-Fi Probe Counting: Fusion of optical and RF sensor data.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🗺️ Live Tactical Map: Dynamic evacuation routes and danger zones.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📢 Automated PA System: Generates voice alerts based on crowd status.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🆘 Emergency SOS: One-click site-wide evacuation protocol.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D1C24"/>
                </a:solidFill>
              </a:defRPr>
            </a:pPr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Computer Vision: YOLOv8 + OpenCV (Real-time detection &amp; flow analysis)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Backend: FastAPI (Python) + WebSocket (Live data streaming)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Frontend: React + Vite + Recharts (Tactical Dashboard)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IoT Simulation: ESP32 Wi-Fi Probe Sniffing (Crowd counting)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Styling: TailwindCSS (High-contrast dark mode for command centers)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D1C24"/>
                </a:solidFill>
              </a:defRPr>
            </a:pPr>
            <a:r>
              <a:t>Impact: AI for Smart Cities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Prevents mass casualty events through early warning.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Optimizes urban flow in transit hubs and festival grounds.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Scalable to thousands of camera feeds via edge computing.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Future: Integration with city-wide emergency dispatch (911/EMS).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Future: Predictive crowd simulation for urban planning.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